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19"/>
    <p:sldId id="273" r:id="rId20"/>
    <p:sldId id="280" r:id="rId21"/>
    <p:sldId id="274" r:id="rId22"/>
    <p:sldId id="281" r:id="rId23"/>
    <p:sldId id="275" r:id="rId24"/>
    <p:sldId id="282" r:id="rId25"/>
    <p:sldId id="276" r:id="rId26"/>
    <p:sldId id="277" r:id="rId27"/>
    <p:sldId id="283" r:id="rId28"/>
    <p:sldId id="27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3D2A39-A731-620E-1B42-6367DEF2A9BE}" v="243" dt="2026-05-24T15:44:08.4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3"/>
    <p:restoredTop sz="96241"/>
  </p:normalViewPr>
  <p:slideViewPr>
    <p:cSldViewPr snapToGrid="0" snapToObjects="1">
      <p:cViewPr varScale="1">
        <p:scale>
          <a:sx n="140" d="100"/>
          <a:sy n="140" d="100"/>
        </p:scale>
        <p:origin x="560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🤖 AI Incident Root Cause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BDEFB"/>
                </a:solidFill>
              </a:defRPr>
            </a:pPr>
            <a:r>
              <a:t>Multi-Agent LLM System for Automated Incident Triage &amp; Root Cause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Sameep Panigrahi | Senior Associate Data Science</a:t>
            </a:r>
          </a:p>
          <a:p>
            <a:pPr algn="ctr">
              <a:defRPr sz="1400">
                <a:solidFill>
                  <a:srgbClr val="90CAF9"/>
                </a:solidFill>
              </a:defRPr>
            </a:pPr>
            <a:r>
              <a:t>Tech Stack: LangGraph · GPT-4o-mini · ChromaDB · FastAPI · LangSmith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📋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3A5C"/>
                </a:solidFill>
              </a:defRPr>
            </a:pPr>
            <a:r>
              <a:t>The Challenge — Manual Incident Triage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During production outages, engineers must: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Read thousands of log lines across multiple services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Manually correlate timestamps to find cascading failures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Cross-reference internal runbooks for fix procedures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Search past incidents for similar patterns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Coordinate remediation across teams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⏱️  Average time: 30-60 minutes per incident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⚠️  Human error: fatigue leads to missed signals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💰  Cost: $5,000-$50,000 per hour of 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3A5C"/>
                </a:solidFill>
              </a:defRPr>
            </a:pPr>
            <a:r>
              <a:t>Our Solution — AI-Powered Triage in ~70 Seconds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 specialized AI agents working in sequence: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🔍 Agent 1: Parse &amp; structure raw logs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🎯 Agent 2: Identify root causes with RAG context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🔗 Agent 3: Correlate anomalies across services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🛠️ Agent 4: Generate remediation steps from runbooks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70 seconds vs 30-60 minutes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Consistent — no fatigue-based errors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Grounded — cites actual runbooks &amp; past incidents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✅ Traceable — full LangSmith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🎯 Four 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94960" cy="21945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</a:defRPr>
            </a:pPr>
            <a:r>
              <a:t>📝 Incident Summarization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Reads multi-service logs → generates structured summary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Highlights impacted services, extracts timeline, identifies error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394960" cy="21945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4630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</a:defRPr>
            </a:pPr>
            <a:r>
              <a:t>🎯 Root Cause Detection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Analyzes error patterns with RAG context from runbooks + past incidents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Returns 1-3 ranked causes with confidence scores, evidence, and reasoning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79"/>
            <a:ext cx="5394960" cy="21945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02335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</a:defRPr>
            </a:pPr>
            <a:r>
              <a:t>🔗 Anomaly Correlation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Finds cross-service cascading failures with temporal analysis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Scores each correlation 0.0-1.0, describes causal chain between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79"/>
            <a:ext cx="5394960" cy="21945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02335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</a:defRPr>
            </a:pPr>
            <a:r>
              <a:t>🛠️ Remediation Recommendations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Retrieves fix procedures from organizational runbooks via RAG</a:t>
            </a:r>
          </a:p>
          <a:p>
            <a:pPr>
              <a:spcBef>
                <a:spcPts val="400"/>
              </a:spcBef>
              <a:defRPr sz="1300">
                <a:solidFill>
                  <a:srgbClr val="333333"/>
                </a:solidFill>
              </a:defRPr>
            </a:pPr>
            <a:r>
              <a:t>Prioritized: immediate → short-term → long-term with actual commands &amp; source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1737360" cy="1645920"/>
          </a:xfrm>
          <a:prstGeom prst="round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Streamlit UI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User interface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Log input +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286000"/>
            <a:ext cx="1737360" cy="16459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FastAPI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REST API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/api/v1/analyze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286000"/>
            <a:ext cx="1737360" cy="1645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Security Layer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PII Masking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Audit Logging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286000"/>
            <a:ext cx="1737360" cy="1645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LangGraph</a:t>
            </a:r>
            <a:br/>
            <a:r>
              <a:t>4 Agents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Parser → RCA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→ Corr → Remed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286000"/>
            <a:ext cx="1737360" cy="1645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ChromaDB</a:t>
            </a:r>
            <a:br/>
            <a:r>
              <a:t>RAG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Runbooks +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Past Incidents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2286000"/>
            <a:ext cx="1737360" cy="1645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LangSmith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Tracing + Eval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Metrics Scoring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11680" y="2834640"/>
            <a:ext cx="36576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4023360" y="2834640"/>
            <a:ext cx="36576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6035040" y="2834640"/>
            <a:ext cx="36576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8046720" y="2834640"/>
            <a:ext cx="36576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10058400" y="2834640"/>
            <a:ext cx="365760" cy="27432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Key Design Principles: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Sequential pipeline: START → Parser → Router → Root Cause → Correlation → Remediation → Synthesizer → END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Shared TypedDict state: each agent reads from and writes to a common state dictionary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Auto-ingestion at startup: ChromaDB populated on first boot via FastAPI lifespan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Conditional routing: Router skips remaining agents if log parsing produces nothing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⚙️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665559"/>
              </p:ext>
            </p:extLst>
          </p:nvPr>
        </p:nvGraphicFramePr>
        <p:xfrm>
          <a:off x="242454" y="995795"/>
          <a:ext cx="11824532" cy="5683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1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0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85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This Choice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3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Backend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FastAPI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Async support, automatic OpenAPI docs, Pydantic validation, OAuth2 ready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43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Agent Orchestration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LangGraph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State machines with conditional routing, extensible nodes, TypedDict state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3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Vector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ChromaDB (persistent)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Zero-config setup, metadata filtering (doc_type), persistent storage on disk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43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GPT-4o-mini (temp=0.1)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90% of GPT-4o quality at 10% cost. Low temperature for consistent structured output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85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text-embedding-3-small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1536 dimensions, optimized for retrieval, cost-effective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85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Rapid prototyping, interactive UI, built-in session state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3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PII Protection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Presidio + regex fallback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Defence-in-depth: NER-based + pattern-based. Handles emails, IPs, names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43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LangSmith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Full trace tree per request, evaluation metric scoring, experiment tracking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43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Containerization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Docker + docker-compose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One-command deployment, environment isolation, reproducible builds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2743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Custom deterministic metrics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Free, instant, CI/CD friendly, domain-specific, 25+ metrics across 3 levels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🔄 End-to-End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1️⃣  User pastes incident logs into Streamlit UI → sends POST /api/v1/analyze to FastAPI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47088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2️⃣  PII Masker sanitizes input — emails, IPs, names replaced with &lt;EMAIL&gt;, &lt;IP_ADDRESS&gt;, etc.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05456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57860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3️⃣  Audit Logger records query metadata to audit_trail.jsonl (incident_id, query_length, timestamp)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63824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23697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4️⃣  Agent 1 (Log Parser) — LLM extracts: parsed_entries, impacted_services, key_timestamps, error_patterns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22191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895344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5️⃣  Agent 2 (Root Cause) — RAG retrieves runbooks + past incidents → LLM identifies 1-3 ranked root causes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80559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3A7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55371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6️⃣  Agent 3 (Correlation) — LLM finds temporal correlations across services, scores 0.0-1.0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38928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7️⃣  Agent 4 (Remediation) — RAG retrieves runbook procedures → LLM generates prioritized fix steps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97296"/>
            <a:ext cx="11247120" cy="5486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870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8️⃣  Synthesizer combines all outputs → FastAPI returns JSON → Streamlit renders visual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📚 RAG Pipeline — Knowledge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✅ What We Ingest (2 Sources)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📄 Runbooks (.md) — 4 files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Semantic chunking: 512 chars, 50 overlap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database_troubleshooting.md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memory_leak_diagnosis.md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timeout_cascade_prevention.md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deployment_rollback_sop.md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📋 Past Incidents (.json) — 3 files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JSON flattened to text, full incident context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incident_001 (auth outage, June 2024)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incident_002 (payment leak, Aug 2024)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incident_003 (timeout cascade, Nov 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❌ What We DON'T Ingest — Incident Logs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Why NOT?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User-pasted logs go DIRECTLY to Agent 1 (Log Parser)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No agent searches doc_type='log' from ChromaDB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Only ingest what agents actually retrieve from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Keeps vector DB clean and retrieval precise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Domain-Specific Retrieval Functions: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retrieve_for_root_cause() → runbooks + past incidents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retrieve_for_remediation() → runbooks ONLY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Metadata filtering: doc_type='runbook' vs 'past_incident'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259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⚡ Auto-Ingestion at Startup: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FastAPI lifespan checks ChromaDB → if document_count == 0 → IncidentDataIngester reads mock_data/ → chunks → embeds → stores in ChromaDB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Subsequent startups skip ingestion. ~35 chunks total across runbooks + past incidents. All persisted in chroma_db/ folder.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🔍 Agent 1 — Log Parser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Input:  Raw multi-service log text (user-pasted)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Model:  GPT-4o-mini with JSON mode (structured output)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Output Fields: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parsed_entries — array of {timestamp, service, level, message, error_code}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impacted_services — deduplicated list of affected services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key_timestamps — labeled moments: first_error, peak_impact, recovery_start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error_patterns — recurring patterns: 'ERR-DB-POOL-001 repeated 8 times'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Handles Edge Cases: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Empty or malformed logs → Router skips remaining agents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Missing timestamps → infers from context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Mixed formats across services → normalizes to consistent structure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System Prompt: 'You are a senior SRE. Parse these logs and return structured JSON...'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🎯 Agent 2 — Root Cause Analyzer (RAG-Augmented)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3-Step Process: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Step 1: RAG Retrieval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Searches ChromaDB for runbooks (doc_type='runbook') — top 3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Searches ChromaDB for past incidents (doc_type='past_incident') — top 3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Combines 6 context documents for LLM prompt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Step 2: LLM Analysis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Sends: parsed_entries + error_patterns + RAG context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Prompt: 'You are a Principal SRE doing root cause analysis...'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Step 3: Output (1-3 ranked root causes, each with):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cause — description of what went wrong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confidence — high / medium / low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reasoning — detailed explanation chain (200-400 chars)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evidence — list of specific log entries that support this cause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category — enum: db_connection_exhaustion, memory_leak, api_timeout_propagation, etc.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🔗 Agent 3 — 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Purpose: Find temporal correlations across services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Input: parsed_entries, root_causes, key_timestamps, impacted_services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Process: Pure LLM analysis (NO RAG — this is analytical, not retrieval)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What It Detects: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Cascading failure chains: auth-service → user-service → api-gateway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Temporal patterns: 'Service B failed 1 min after Service A'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Circuit breaker propagation patterns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Thread pool / connection pool exhaustion spread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Output (per anomaly):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service — which service exhibited the anomaly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anomaly_type — connection_pool_exhaustion, dependency_failure, etc.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timestamp — when it occurred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correlation_score — 0.0 to 1.0 (1.0 = strongly correlated)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description — explains the causal relationship between services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🛠️ Agent 4 — Remediation Agent (RAG-Augmented)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RAG Retrieval: Searches runbooks ONLY (doc_type='runbook') — top 5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Why only runbooks: Remediation needs SOPs and fix procedures, not past incident narratives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LLM Generation: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Sends: root_causes + runbook context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Prompt: 'You are an incident commander generating actionable fix steps...'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Output (prioritized steps, each with):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step — sequence number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priority — immediate / short-term / long-term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action — specific command or procedure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 Example: 'SELECT pg_terminate_backend(pid) FROM pg_stat_activity...'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impact — what this step achieves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• source_document — which runbook this came from (proves RAG grounding)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Priority Ordering: Always immediate first, then short-term, then long-term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Typical output: 6-8 steps covering triage, fix, prevention,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🔄 LangGraph Pipeline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Pipeline Flow: START → Log Parser → Router → Root Cause → Correlation → Remediation → Synthesizer → END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Key Design Features: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▸ Conditional Router: Checks if parsed_entries is not empty → if empty, skips to END (prevents hallucination on bad input)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▸ Shared State (TypedDict): All agents read from and write to a common state dictionary. Agents are decoupled — each only reads what it needs.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State fields: incident_id, raw_logs, parsed_entries, impacted_services, key_timestamps, error_patterns, root_causes, correlated_anomalies, remediation_steps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▸ Auto-Ingestion: FastAPI lifespan event builds graph + checks ChromaDB. If empty (first boot), runs IncidentDataIngester to populate vector store.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▸ Graph Build: build_graph() creates ChatOpenAI, ChromaVectorStore, IncidentRetriever — closures capture these for all agent nodes.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▸ Why Sequential (not parallel): Agents have data dependencies — Root Cause needs parsed_entries from Parser, Remediation needs root_causes from Root Cause.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Future: Correlation + Remediation CAN run in parallel since both only need root_causes (see Future Enhancements).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🔒 Security &amp; Enterprise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PII Masking (Defence-in-Depth)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Layer 1: Microsoft Presidio (NER-based)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Detects names, organizations, locations using NLP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Layer 2: Regex Fallback Patterns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Emails: user@company.com → &lt;EMAIL&gt;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IPs: 192.168.1.100 → &lt;IP_ADDRESS&gt;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SSNs, credit cards, phone numbers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Applied: Both input logs AND LLM output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Why both layers: Presidio may miss patterns,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regex may miss context. Together = robust.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Logging (Two Separate Systems)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📋 Audit Logger (audit_trail.jsonl)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Structured JSON per event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query_received, analysis_complete, security_event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Timestamps, incident_id, processing_time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For: compliance, auditors, dashboards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📝 Application Logger (app.log + console)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Python logging module across all files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Agent progress, ingestion counts, errors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Retrieval stats, pipeline events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For: engineers debugging the application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Pydantic Settings: extra='ignore' allows LangSmith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env vars without breaking config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☁️ LangSmith Observability &amp;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Setup (3 env vars + 1 code change)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LANGCHAIN_TRACING_V2=true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LANGCHAIN_API_KEY=lsv2_pt_xxx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LANGCHAIN_PROJECT=incident-rca-assistant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Code: tracing_v2_enabled() wrapper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Required for FastAPI async context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LangChain auto-tracing fails in async frameworks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Config: extra='ignore' in Pydantic Settings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→ Prevents validation error from LangSmith env vars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What's Traced Per Request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Full trace tree visible in LangSmith dashboard: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├── log_parser          4.2s  3,340 tokens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├── root_cause_analyzer 6.1s  4,750 tokens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│   └── ChromaDB retrieval  0.3s  6 docs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├── correlation_engine  3.8s  3,200 tokens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├── remediation_agent   5.5s  4,100 tokens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│   └── ChromaDB retrieval  0.2s  5 docs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└── synthesizer         0.1s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Total: ~70s | ~15,000 tokens | ~$0.008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Evaluation metrics also logged as feedback scores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🧪 Evaluation Strategy — 3 Levels, 25+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Tests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 Cases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LLM Calls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Score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Level 1: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eval_rag.py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ChromaDB returns right documents?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 queries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 (free)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100% hit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Level 2: Agent-Level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eval_agents.py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Each agent produces correct output?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 (3×4 agents)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 calls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~$0.05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100% (12/12)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Level 3: End-to-End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eval_end_to_end.py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Full pipeline gives right answer?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 scenarios ×16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 calls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~$0.05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92% (44/48)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Execution &amp; Logging: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Master runner: python -m evaluation.run_all_evals — runs all 3 levels, prints combined report card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All metrics logged to LangSmith as scored feedback — visible in Runs tab → Feedback columns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Results saved locally to evaluation/results/ as JSON for CI/CD integration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Each evaluation run also creates full pipeline traces in LangSmith (click into any run to debug)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25+ individual metrics across all 3 levels — detailed on next slides ➡️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📊 Level 1 Metrics — Retrieval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How Calculated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Hit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Did at least 1 retrieved doc come from expected source?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hits / total_queries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If 0, RAG is broken — agents get no relevant context at 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100% (10/10)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Precision@K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Of K retrieved docs, how many were relevant?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relevant_retrieved / K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Low precision = agents waste context window on irrelevant docs, reducing answer quality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MRR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How high is the first relevant doc in results?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avg(1 / rank_of_first_relevant)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If relevant doc is at position 5 instead of 1, most important context may get truncated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0.950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22495"/>
            <a:ext cx="11268767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How These Map to Standard RAG Metrics: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MRR ≈ Context Precision — both measure 'is the most relevant document ranked highest?'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Hit Rate + Precision@K ≈ Context Recall — together they measure 'did we find the relevant documents?'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Our metrics are FREE (no LLM calls), INSTANT (&lt;1 second), and DETERMINISTIC (same result every run)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Standard Context Precision/Recall use LLM-as-judge which adds cost, latency, and ±10% variance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📊 Level 2 Metrics — Log Parser &amp; Root Cause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3A5C"/>
                </a:solidFill>
              </a:defRPr>
            </a:pPr>
            <a:r>
              <a:t>🔍 Agent 1: Log Parser — 4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54480"/>
          <a:ext cx="11612880" cy="203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Score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Service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Found all impacted services AND only real ones? F1 = 2·P·R/(P+R)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Missing a service = incomplete analysis. False service = wasted investigation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1.00 (all 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Timestamp Accuracy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Identified correct first_error timestamp?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Wrong timeline = wrong understanding of incident progression and causality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All correct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Error Pattern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Caught all recurring error patterns? (count ≥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Missed patterns = missed root cause signals. Patterns drive Agent 2's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4-5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Entry Count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Parsed enough log entries? (count ≥ 10)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Too few entries = incomplete picture. Needs enough data points for pattern detection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31-38 entries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134032"/>
              </p:ext>
            </p:extLst>
          </p:nvPr>
        </p:nvGraphicFramePr>
        <p:xfrm>
          <a:off x="290512" y="1082675"/>
          <a:ext cx="11610975" cy="4692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54283272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98711832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239218027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377288046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Metric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What It Measures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Why It Matters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Our Score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31971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 Match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Identified correct root cause type? (enum check)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Wrong category = wrong diagnosis → wrong fix applied. Core correctness metric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✅ All 3 match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93057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Confidence Match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confidence assigned to correct causes?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 confidence on correct cause = engineer won't trust it. High on wrong = dangerous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✅ All high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23727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Evidence Grounding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Each root cause cites actual log evidence? (≥1 item)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evidence = hallucinated diagnosis. Engineers can't verify without log references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3-4 items each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941169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Reasoning Quality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Reasoning chain is substantial? (≥30 chars)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One-word reasoning = no insight. Detailed chain = engineer understands the 'why'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303-377 chars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93088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Keyword Coverage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Analysis mentions expected terms? (pool, exhausted, etc.)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Missing key terms = LLM missed the core technical problem in its analysis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 (3/3)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2385441"/>
                  </a:ext>
                </a:extLst>
              </a:tr>
            </a:tbl>
          </a:graphicData>
        </a:graphic>
      </p:graphicFrame>
      <p:sp>
        <p:nvSpPr>
          <p:cNvPr id="4" name="TextBox 5">
            <a:extLst>
              <a:ext uri="{FF2B5EF4-FFF2-40B4-BE49-F238E27FC236}">
                <a16:creationId xmlns:a16="http://schemas.microsoft.com/office/drawing/2014/main" id="{2EF35598-C1FE-F15F-8B7B-2A6F58AF9BFF}"/>
              </a:ext>
            </a:extLst>
          </p:cNvPr>
          <p:cNvSpPr txBox="1"/>
          <p:nvPr/>
        </p:nvSpPr>
        <p:spPr>
          <a:xfrm>
            <a:off x="291548" y="40457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 b="1">
                <a:solidFill>
                  <a:srgbClr val="1B3A5C"/>
                </a:solidFill>
              </a:defRPr>
            </a:pPr>
            <a:r>
              <a:t>🎯 Agent 2: Root Cause Analyzer — 5 Metrics</a:t>
            </a:r>
          </a:p>
        </p:txBody>
      </p:sp>
    </p:spTree>
    <p:extLst>
      <p:ext uri="{BB962C8B-B14F-4D97-AF65-F5344CB8AC3E}">
        <p14:creationId xmlns:p14="http://schemas.microsoft.com/office/powerpoint/2010/main" val="460458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📊 Level 2 Metrics — Correlation Engine &amp; Remediation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3A5C"/>
                </a:solidFill>
              </a:defRPr>
            </a:pPr>
            <a:r>
              <a:t>🔗 Agent 3: Correlation Engine — 4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54480"/>
          <a:ext cx="11612880" cy="203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Score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Anomaly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Found enough cross-service anomalies? (≥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Too few = missed cascading effects. SRE doesn't see full blast radius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4-5 found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Service Coverage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Anomalies span all expected impacted services?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Missing a service in correlation = incomplete failure chain understanding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Score Validity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All correlation scores between 0.0 and 1.0?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Out-of-range scores = broken output. Valid scores enable prioritization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All valid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Description Quality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Each anomaly has meaningful description? (&gt;20 chars)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 description = engineer can't understand WHY services are correlated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All have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930513"/>
              </p:ext>
            </p:extLst>
          </p:nvPr>
        </p:nvGraphicFramePr>
        <p:xfrm>
          <a:off x="290512" y="942975"/>
          <a:ext cx="11610975" cy="497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151080215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74529817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011754039"/>
                    </a:ext>
                  </a:extLst>
                </a:gridCol>
                <a:gridCol w="2924175">
                  <a:extLst>
                    <a:ext uri="{9D8B030D-6E8A-4147-A177-3AD203B41FA5}">
                      <a16:colId xmlns:a16="http://schemas.microsoft.com/office/drawing/2014/main" val="272263455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Metric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What It Measures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Why It Matters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Our Score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40728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 Count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Enough fix steps generated? (≥ 3)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Too few = incomplete playbook. Need immediate + short-term + long-term coverage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6-8 steps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33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16331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Has Immediate Priority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least one 'do this NOW' step?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immediate step = engineer doesn't know what to do first during active outage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✅ All have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64685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 Ordering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Steps ordered: immediate → short-term → long-term?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Wrong ordering = engineer wastes time on long-term fix while system is burning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✅ All ordered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34298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 Citation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Steps cite which runbook they came from?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citation = can't verify or find full SOP. Also PROVES RAG grounding, not hallucination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✅ All cited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09826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Keyword Coverage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Steps contain expected fix commands? (terminate, restart...)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Missing actual commands = generic advice instead of actionable steps engineer can run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67-100%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7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006224"/>
                  </a:ext>
                </a:extLst>
              </a:tr>
            </a:tbl>
          </a:graphicData>
        </a:graphic>
      </p:graphicFrame>
      <p:sp>
        <p:nvSpPr>
          <p:cNvPr id="4" name="TextBox 5">
            <a:extLst>
              <a:ext uri="{FF2B5EF4-FFF2-40B4-BE49-F238E27FC236}">
                <a16:creationId xmlns:a16="http://schemas.microsoft.com/office/drawing/2014/main" id="{BDB6AD46-28CF-4E29-BFEB-D8E7E8FD3C83}"/>
              </a:ext>
            </a:extLst>
          </p:cNvPr>
          <p:cNvSpPr txBox="1"/>
          <p:nvPr/>
        </p:nvSpPr>
        <p:spPr>
          <a:xfrm>
            <a:off x="291548" y="574955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 b="1">
                <a:solidFill>
                  <a:srgbClr val="1B3A5C"/>
                </a:solidFill>
              </a:defRPr>
            </a:pPr>
            <a:r>
              <a:t>🛠️ Agent 4: Remediation Agent — 5 Metrics</a:t>
            </a:r>
          </a:p>
        </p:txBody>
      </p:sp>
    </p:spTree>
    <p:extLst>
      <p:ext uri="{BB962C8B-B14F-4D97-AF65-F5344CB8AC3E}">
        <p14:creationId xmlns:p14="http://schemas.microsoft.com/office/powerpoint/2010/main" val="29822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📊 Level 3 Metrics — End-to-End Pipeline (16 Checks Per Scenario)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361855"/>
              </p:ext>
            </p:extLst>
          </p:nvPr>
        </p:nvGraphicFramePr>
        <p:xfrm>
          <a:off x="274320" y="1188720"/>
          <a:ext cx="11612878" cy="4787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102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Validates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Auth Outage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Payment Leak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API Timeout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0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services_count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Found ≥ N impacted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17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services_must_include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Key services identified (auth-service, </a:t>
                      </a:r>
                      <a:r>
                        <a:rPr dirty="0" err="1"/>
                        <a:t>api</a:t>
                      </a:r>
                      <a:r>
                        <a:rPr dirty="0"/>
                        <a:t>-gateway...)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0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root_cause_count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1-3 root causes (not 0, not 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32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root_cause_category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Correct category (</a:t>
                      </a:r>
                      <a:r>
                        <a:rPr dirty="0" err="1"/>
                        <a:t>db_connection_exhaustion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memory_leak</a:t>
                      </a:r>
                      <a:r>
                        <a:rPr dirty="0"/>
                        <a:t>...)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17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root_cause_has_evidence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All causes cite log 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17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root_cause_has_reasoning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All causes have detailed reasoning (≥30 chars)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717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root_cause_keywords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Mentions expected technical terms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0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severity_match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Correct severity level (critical/high)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027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remediation_count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≥ 3 remediation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E191165F-79B6-DA7E-B72C-51F54FAA4856}"/>
              </a:ext>
            </a:extLst>
          </p:cNvPr>
          <p:cNvSpPr txBox="1"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600" b="1">
                <a:solidFill>
                  <a:srgbClr val="1B3A5C"/>
                </a:solidFill>
              </a:defRPr>
            </a:pPr>
            <a:r>
              <a:t>Results: Auth Outage = 15/16 (94%) | Payment Leak = 15/16 (94%) | API Timeout = 14/16 (88%) | Overall = 44/48 (92%)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Only failures: processing_time (all 3 slightly over 90s target) and severity_match (API scenario returned 'critical' instead of 'high')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6ED81F-6918-7CE6-1EE6-20C4387BA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818251"/>
              </p:ext>
            </p:extLst>
          </p:nvPr>
        </p:nvGraphicFramePr>
        <p:xfrm>
          <a:off x="288708" y="918186"/>
          <a:ext cx="11612877" cy="373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335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It Validates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Auth Outage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Payment Leak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API Timeout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33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10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 err="1"/>
                        <a:t>has_immediate_step</a:t>
                      </a:r>
                      <a:endParaRPr dirty="0" err="1"/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Has at least one immediate priority step</a:t>
                      </a:r>
                      <a:endParaRPr/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6334"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11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 err="1"/>
                        <a:t>priority_ordering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Ordered: immediate → short-term → long-term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✅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✅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/>
                        <a:t>✅</a:t>
                      </a: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094257"/>
                  </a:ext>
                </a:extLst>
              </a:tr>
              <a:tr h="43633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has_source_citation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Steps cite runbook sources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633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remediation_keywords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Contains expected fix commands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633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anomaly_count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Found ≥ N correlated anomalies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3633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scores_valid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All correlation scores 0.0-1.0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3633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processing_time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Completed within 90 seconds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(76s)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(87s)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(81s)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411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🤔 Why Deterministic Metrics Over RAGAS?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Deterministic Metrics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RAGAS (LLM-as-Judge)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Output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Designed for structured JSON (enums, arrays, scores)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Designed for free-text paragraph answers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Actionability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category_match failed → tells you EXACTLY what broke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faithfulness=0.78 → tells you nothing actionable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$0 per evaluation run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~$0.50 per run (20+ extra LLM calls)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&lt; 1 second for all metrics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2-3 minutes per evaluation run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Determinism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Same input = same score EVERY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±10% variance across runs (LLM non-determinism)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CI/CD Ready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✅ Run on every commit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❌ Too slow and expensive for CI/CD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1CA1D105-0895-9751-9F4A-4EB9FECC87CE}"/>
              </a:ext>
            </a:extLst>
          </p:cNvPr>
          <p:cNvSpPr txBox="1"/>
          <p:nvPr/>
        </p:nvSpPr>
        <p:spPr>
          <a:xfrm>
            <a:off x="435552" y="441787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Our Metrics Cover RAGAS Equivalents: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MRR ≈ Context Precision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(both: is relevant doc ranked highest?)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Hit Rate + Precision@K ≈ Context Recall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(both: did we find the relevant docs?)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Evidence Grounding + Source Citation ≈ Faithfulness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(both: is output grounded in context?)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Category Match + Keyword Coverage ≈ Answer Relevancy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(both: does output address the question?)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7D7ABFE1-3582-3C5C-A863-8B9197C28072}"/>
              </a:ext>
            </a:extLst>
          </p:cNvPr>
          <p:cNvSpPr txBox="1"/>
          <p:nvPr/>
        </p:nvSpPr>
        <p:spPr>
          <a:xfrm>
            <a:off x="6096693" y="441787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When We WOULD Use RAGAS: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Weekly deep-dives: Catch subtle hallucination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patterns deterministic checks might miss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Prompt change validation: Before/after comparison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when modifying system prompts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Model upgrade testing: GPT-4o-mini vs GPT-4o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quality comparison on same test cases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Strategy: Deterministic for everyday CI/CD gates,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RAGAS for periodic quality deep-dives</a:t>
            </a:r>
          </a:p>
        </p:txBody>
      </p:sp>
    </p:spTree>
    <p:extLst>
      <p:ext uri="{BB962C8B-B14F-4D97-AF65-F5344CB8AC3E}">
        <p14:creationId xmlns:p14="http://schemas.microsoft.com/office/powerpoint/2010/main" val="3856178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⚖️ Design Decisions &amp;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359674"/>
              </p:ext>
            </p:extLst>
          </p:nvPr>
        </p:nvGraphicFramePr>
        <p:xfrm>
          <a:off x="274509" y="1017577"/>
          <a:ext cx="11612880" cy="5615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25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What We Chose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Alternative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Orchestration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LangChain Agents / CrewAI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State machines with conditional routing, explicit control flow, TypedDict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Vector DB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ChromaDB (persistent)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Pinecone / Weaviate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Zero-config MVP, metadata filtering, no cloud dependency. Pinecone for scale later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GPT-4o-mini (temp=0.1)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GPT-4o / Claude 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90% quality at 10% cost. Low temp for consistent JSON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Chunking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Boundary aware</a:t>
                      </a:r>
                      <a:r>
                        <a:rPr dirty="0"/>
                        <a:t>+ Log-aware (logs)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Fixed-size / Recursive</a:t>
                      </a:r>
                      <a:r>
                        <a:rPr lang="en-US" dirty="0"/>
                        <a:t>/Semantic</a:t>
                      </a:r>
                      <a:endParaRPr dirty="0"/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Preserves document structure. Log-aware respects timestamp boundaries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Log 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NOT ingested to ChromaDB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Ingest all 3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 agent retrieves logs from RAG. Only ingest what's actually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Custom deterministic metrics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RAGAS / LLM-as-judge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Free, instant, CI/CD friendly, 25+ domain-specific metrics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Sequential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Parallel / async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 dependencies require sequence. Parallel is future enhancement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195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Observability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LangSmith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Langfuse / custom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Native </a:t>
                      </a:r>
                      <a:r>
                        <a:rPr dirty="0" err="1"/>
                        <a:t>LangChain</a:t>
                      </a:r>
                      <a:r>
                        <a:rPr dirty="0"/>
                        <a:t> integration, zero-code tracing, evaluation scoring</a:t>
                      </a:r>
                    </a:p>
                  </a:txBody>
                  <a:tcPr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🚀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rPr dirty="0"/>
              <a:t>⚡ Performance Optimization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Parallel Agent Execution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  Correlation + Remediation run simultaneously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  Both only need </a:t>
            </a:r>
            <a:r>
              <a:rPr dirty="0" err="1"/>
              <a:t>root_causes</a:t>
            </a:r>
            <a:r>
              <a:rPr dirty="0"/>
              <a:t> → no dependency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  Expected: 70s → 45s (35% faster)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Semantic Caching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  Cache at embedding level (similar queries)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  Cache at response level (identical inputs)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  </a:t>
            </a:r>
            <a:r>
              <a:rPr dirty="0" err="1"/>
              <a:t>LangChain</a:t>
            </a:r>
            <a:r>
              <a:rPr dirty="0"/>
              <a:t> </a:t>
            </a:r>
            <a:r>
              <a:rPr dirty="0" err="1"/>
              <a:t>CacheBackedEmbeddings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Streaming Responses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  WebSocket for real-time agent progress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dirty="0"/>
              <a:t>  User sees results as agents complete</a:t>
            </a:r>
            <a:endParaRPr lang="en-US" dirty="0"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rPr lang="en-IN" dirty="0"/>
              <a:t>Semantic chunking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🔍 RAG Quality Improvements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Hybrid Search (BM25 + Semantic)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Pure semantic misses exact error codes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BM25 catches 'ERR-DB-POOL-001' literally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Combine: semantic for concepts + BM25 for exact match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Feedback Loop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Engineers mark: 'Was root cause correct? Y/N'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Builds labeled dataset over time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Use feedback to improve prompts + retrieval tuning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Scheduled RAGAS Deep-Dives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Weekly: faithfulness + answer_correctness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Catches hallucination patterns deterministic misses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2818F9C5-9FC5-5301-6CAD-E4D577505F14}"/>
              </a:ext>
            </a:extLst>
          </p:cNvPr>
          <p:cNvSpPr txBox="1"/>
          <p:nvPr/>
        </p:nvSpPr>
        <p:spPr>
          <a:xfrm>
            <a:off x="305666" y="352425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📏 Large Log Handling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Pre-Chunking by Time Windows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Split huge logs into 5-min windows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Send each chunk to LangGraph separately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Map-Reduce Pattern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Parse each chunk independently (Map)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Merge parsed results into unified state (Reduce)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Smart Truncation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Keep first/last N lines + all ERROR/FATAL lines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Drop INFO/DEBUG to fit context window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7D5EDF5-FE1C-5262-8B2F-E0204DE85737}"/>
              </a:ext>
            </a:extLst>
          </p:cNvPr>
          <p:cNvSpPr txBox="1"/>
          <p:nvPr/>
        </p:nvSpPr>
        <p:spPr>
          <a:xfrm>
            <a:off x="6326159" y="352425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500" b="1">
                <a:solidFill>
                  <a:srgbClr val="1B3A5C"/>
                </a:solidFill>
              </a:defRPr>
            </a:pPr>
            <a:r>
              <a:t>🏢 Enterprise Readiness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Authentication &amp; Authorization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RBAC with OAuth2/JWT (SRE, admin, viewer roles)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Scalable Infrastructure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Managed vector DB (Pinecone / Azure AI Search)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Metrics ingestion (Prometheus / Datadog time-series)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Integrations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Slack/Teams bot for incident notification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PagerDuty webhook for auto-triage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Service dependency graph for topology-aware correlation</a:t>
            </a:r>
          </a:p>
        </p:txBody>
      </p:sp>
    </p:spTree>
    <p:extLst>
      <p:ext uri="{BB962C8B-B14F-4D97-AF65-F5344CB8AC3E}">
        <p14:creationId xmlns:p14="http://schemas.microsoft.com/office/powerpoint/2010/main" val="426236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🏆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🤖  4-agent LangGraph pipeline: Log Parser → Root Cause → Correlation → Remediation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📚  RAG-grounded analysis using runbooks &amp; past incidents (purposeful data ingestion — no unused 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🔒  Security-first: PII masking (Presidio + regex) + structured audit logging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79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☁️  Full observability: LangSmith tracing for every LLM call, RAG retrieval, and pipeline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🧪  3-level evaluation with 25+ deterministic metrics: Retrieval (100%) + Agent (100%) + E2E (92%)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📊  All metrics scored in LangSmith: hit_rate, precision, MRR, category_match, confidence, evidence, F1, and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19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⚖️  Principled metric choice: deterministic over RAGAS — free, instant, CI/CD friendly, domain-specific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🚀  Clear roadmap: parallel execution, hybrid search, caching, large log handling, feedback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0CAF9"/>
                </a:solidFill>
              </a:defRPr>
            </a:pPr>
            <a:r>
              <a:t>Sameep Panigrahi | github.com/SameepPanigrahi/incident_tage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4463</Words>
  <Application>Microsoft Macintosh PowerPoint</Application>
  <PresentationFormat>Widescreen</PresentationFormat>
  <Paragraphs>726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Sameep Panigrahi</cp:lastModifiedBy>
  <cp:revision>99</cp:revision>
  <dcterms:created xsi:type="dcterms:W3CDTF">2013-01-27T09:14:16Z</dcterms:created>
  <dcterms:modified xsi:type="dcterms:W3CDTF">2026-05-25T17:06:31Z</dcterms:modified>
  <cp:category/>
</cp:coreProperties>
</file>